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14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502920"/>
            <a:ext cx="1965960" cy="1965960"/>
          </a:xfrm>
          <a:prstGeom prst="ellipse">
            <a:avLst/>
          </a:prstGeom>
          <a:solidFill>
            <a:srgbClr val="1A5A60"/>
          </a:solidFill>
          <a:ln w="38100">
            <a:solidFill>
              <a:srgbClr val="DA5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50292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المشتريات الذكي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AI Assistant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ذكاء اصطناعي لتسريع عمليات المشتريات داخل نظام ERP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A5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• ذكاء • سرعة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8229600" cy="0"/>
          </a:xfrm>
          <a:prstGeom prst="line">
            <a:avLst/>
          </a:prstGeom>
          <a:noFill/>
          <a:ln w="19050">
            <a:solidFill>
              <a:srgbClr val="1E6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 Kamal   |   May 2026   |   MasterCode ERP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اليومية في المشتريات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المساعد الذكي — قبل أتمتة المشتريات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3401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743200" cy="82296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618488"/>
            <a:ext cx="868680" cy="86868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6184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يدوي مستمر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Manual Searching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الموظفون يبحثون يدوياً عن بيانات الموردين، أوامر الشراء، والفواتير كل مرة — وهذا يستهلك وقتاً ثميناً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743200" cy="3401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743200" cy="82296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618488"/>
            <a:ext cx="868680" cy="868680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6184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461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متكررة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461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Daily Tasks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429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حالة أوامر الشراء والفواتير بشكل يدوي يومياً دون أي قيمة مضافة حقيقية للعمل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743200" cy="3401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2743200" cy="82296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618488"/>
            <a:ext cx="868680" cy="86868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6184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الوصول للسياسات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2648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Policy Access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على أسئلة الفريق حول إجراءات الشراء وسياساته تستغرق وقتاً وتعطل سير العمل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— مساعد ذكي داخل نظام ERP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6112"/>
            <a:ext cx="3566160" cy="3822192"/>
          </a:xfrm>
          <a:prstGeom prst="rect">
            <a:avLst/>
          </a:prstGeom>
          <a:solidFill>
            <a:srgbClr val="E0F4F4"/>
          </a:solidFill>
          <a:ln w="12700">
            <a:solidFill>
              <a:srgbClr val="C7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280160"/>
            <a:ext cx="1828800" cy="182880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7432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مساعدك الذكي الجديد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Smart Assistant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مدمج في واجهة MasterCode ERP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9924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69080" y="1005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تحدّث معه بالعربية بشكل طبيعي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1417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natural Arabic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9080" y="1783080"/>
            <a:ext cx="4297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011680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99248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6908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يجيبك فوراً — لا انتظار ولا بحث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9080" y="2331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answers, no manual searching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2697480"/>
            <a:ext cx="4297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926080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9248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6908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ينفذ مهام المشتريات مباشرة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69080" y="3246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procurement tasks directly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69080" y="3611880"/>
            <a:ext cx="4297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840480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9924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06908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سياسات وإجراءات ERP كاملاً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69080" y="4160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all ERP policies &amp; procedures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يستطيع المساعد أن يفعل؟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قدرات جاهزة للاستخدام اليوم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16736"/>
            <a:ext cx="64008" cy="1600200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777240" cy="77724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5727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استعراض الموردين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Suppliers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316736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316736"/>
            <a:ext cx="64008" cy="160020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664208"/>
            <a:ext cx="777240" cy="777240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51960" y="15727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أوامر الشراء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Purchase Orders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316736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316736"/>
            <a:ext cx="64008" cy="1600200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664208"/>
            <a:ext cx="777240" cy="77724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5727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الفواتير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163824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63824"/>
            <a:ext cx="64008" cy="160020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11296"/>
            <a:ext cx="777240" cy="777240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112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71600" y="34198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أمر شراء جديد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8770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163824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163824"/>
            <a:ext cx="64008" cy="1600200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511296"/>
            <a:ext cx="777240" cy="77724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5112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251960" y="34198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كملف PDF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51960" y="38770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 as PDF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163824"/>
            <a:ext cx="2743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3163824"/>
            <a:ext cx="64008" cy="160020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511296"/>
            <a:ext cx="777240" cy="777240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5112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132320" y="34198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عن أسئلة النظام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0" y="38770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ERP Policy Q&amp;A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طريقتان للتفاعل مع المساعد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Use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6112"/>
            <a:ext cx="3931920" cy="3886200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143000"/>
            <a:ext cx="1920240" cy="1920240"/>
          </a:xfrm>
          <a:prstGeom prst="ellipse">
            <a:avLst/>
          </a:prstGeom>
          <a:solidFill>
            <a:srgbClr val="1A6060"/>
          </a:solidFill>
          <a:ln w="31750">
            <a:solidFill>
              <a:srgbClr val="DA5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430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🧠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4320" y="31729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 الذكي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3657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005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منه تنفيذ مهمة: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أوامر الشراء، أنشئ أمراً جديداً، ابحث عن مورّد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9664" y="2286000"/>
            <a:ext cx="822960" cy="822960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56048" y="896112"/>
            <a:ext cx="3931920" cy="3886200"/>
          </a:xfrm>
          <a:prstGeom prst="rect">
            <a:avLst/>
          </a:prstGeom>
          <a:solidFill>
            <a:srgbClr val="E0F4F4"/>
          </a:solidFill>
          <a:ln w="12700">
            <a:solidFill>
              <a:srgbClr val="B0D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143000"/>
            <a:ext cx="1920240" cy="1920240"/>
          </a:xfrm>
          <a:prstGeom prst="ellipse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11430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📚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956048" y="31729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5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وجواب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56048" y="3657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Assistant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4005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اسأله عن السياسات والإجراءات: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يتم الموافقة على أمر الشراء؟ ما هي شروط المورّد؟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055"/>
          </a:solidFill>
          <a:ln w="12700">
            <a:solidFill>
              <a:srgbClr val="145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وصلنا؟ وما الخطوة القادمة؟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9966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996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9966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المساعد الذكي وتشغيله بنجاح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996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chatbot built and running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7335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6733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كامل للغة العربية داخل النظام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73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language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35000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3500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وظائف جاهزة: موردون، أوامر شراء، فواتير، إنشاء وتصدير PDF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350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live: suppliers, POs, invoices, create &amp; PDF export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302666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30266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وثائق ERP (9 وحدات) متاحة للبحث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026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ERP module documents searchable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859536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703320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0" y="37033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النظام ببيانات Microsoft Dynamics 365 الحقيقية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Microsoft Dynamics 365 data — in coordination with 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379976"/>
            <a:ext cx="384048" cy="384048"/>
          </a:xfrm>
          <a:prstGeom prst="ellipse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89120" y="43799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إطلاق تجريبي مع فريق المشتريات وجمع الملاحظات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379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procurement team &amp; collect feedback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A5B30"/>
          </a:solidFill>
          <a:ln w="12700">
            <a:solidFill>
              <a:srgbClr val="DA5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548640"/>
            <a:ext cx="1920240" cy="1920240"/>
          </a:xfrm>
          <a:prstGeom prst="ellipse">
            <a:avLst/>
          </a:prstGeom>
          <a:solidFill>
            <a:srgbClr val="1A5A60"/>
          </a:solidFill>
          <a:ln w="31750">
            <a:solidFill>
              <a:srgbClr val="DA5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0840" y="5486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E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19050">
            <a:solidFill>
              <a:srgbClr val="1E6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871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5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وظيفة جاهزة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4871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5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تفاعلي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24871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5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موثقة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Modules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24871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5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إمكانيات مستقبلية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0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Potential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12700">
            <a:solidFill>
              <a:srgbClr val="1E6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 Kamal   |   ayaa_kamal@mcodekw.net   |   MasterCode ERP   | 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451</Words>
  <Application>Microsoft Office PowerPoint</Application>
  <PresentationFormat>On-screen Show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AI Assistant</dc:title>
  <dc:subject>PptxGenJS Presentation</dc:subject>
  <dc:creator>Ayaa Kamal</dc:creator>
  <cp:lastModifiedBy>اية كمال احمد عبدالحميد عوضين</cp:lastModifiedBy>
  <cp:revision>1</cp:revision>
  <dcterms:created xsi:type="dcterms:W3CDTF">2026-05-12T13:51:25Z</dcterms:created>
  <dcterms:modified xsi:type="dcterms:W3CDTF">2026-05-12T14:25:55Z</dcterms:modified>
</cp:coreProperties>
</file>